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AI News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AI Workflow Builder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latest AI developments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Extracted AI news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and future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